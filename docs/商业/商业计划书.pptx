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160"/>
            <a:ext cx="12192000" cy="65830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王慧平</cp:lastModifiedBy>
  <cp:revision>157</cp:revision>
  <dcterms:created xsi:type="dcterms:W3CDTF">2019-06-19T02:08:00Z</dcterms:created>
  <dcterms:modified xsi:type="dcterms:W3CDTF">2026-01-20T03:03:48Z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2052-12.1.0.24655</vt:lpwstr>
  </property>
  <property fmtid="{D5CDD505-2E9C-101B-9397-08002B2CF9AE}" pid="3" name="ICV">
    <vt:lpwstr>A952A58189234089AA5ABB4C0CD640B2_11</vt:lpwstr>
  </property>
</Properties>
</file>